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>
                <a:solidFill>
                  <a:srgbClr val="00FFFF"/>
                </a:solidFill>
              </a:rPr>
              <a:t>PrismVoice｜新聞的多重宇宙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DCDCDC"/>
                </a:solidFill>
              </a:rPr>
              <a:t>用 AI + 時間軸揭示多觀點的新聞平台</a:t>
            </a:r>
          </a:p>
          <a:p/>
          <a:p>
            <a:r>
              <a:rPr sz="2400" b="0">
                <a:solidFill>
                  <a:srgbClr val="DCDCDC"/>
                </a:solidFill>
              </a:rPr>
              <a:t>報告人：張韶元</a:t>
            </a:r>
          </a:p>
          <a:p>
            <a:r>
              <a:rPr sz="2400" b="0">
                <a:solidFill>
                  <a:srgbClr val="DCDCDC"/>
                </a:solidFill>
              </a:rPr>
              <a:t>2025/06/12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FF"/>
                </a:solidFill>
              </a:rPr>
              <a:t>1. 痛點與挑戰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>
                <a:solidFill>
                  <a:srgbClr val="FFFFFF"/>
                </a:solidFill>
              </a:rPr>
              <a:t>資訊破碎與單一視角：傳統新聞無法呈現事件全貌，讀者易陷資訊泡泡與偏誤。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真假難辨：假新聞氾濫，缺乏時間線導致事件變化混亂，求證成本極高。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內容信任度降與營收崩壞：AI生成內容氾濫，傳統媒體收入下滑，亟需新型態價值變現。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FF"/>
                </a:solidFill>
              </a:rPr>
              <a:t>2. 產品核心解決方案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>
                <a:solidFill>
                  <a:srgbClr val="FFFFFF"/>
                </a:solidFill>
              </a:rPr>
              <a:t>事件觀點時間軸：AI 自動梳理同一事件的各方觀點與時序，脈絡清晰。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多維度立場分析：AI 自動標記立場 (支持/反對/中立) 與角色視角 (政府/民間/外媒)。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觀點缺漏提示與社群補全：偵測未被報導的聲音，開放 Web 2.0 社群協作補充。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假新聞查核防線：AI 偵測 + 社群標記 + 串接第三方查核資料庫。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FF"/>
                </a:solidFill>
              </a:rPr>
              <a:t>3. Web 3.0 信任與商業模式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>
                <a:solidFill>
                  <a:srgbClr val="FFFFFF"/>
                </a:solidFill>
              </a:rPr>
              <a:t>Web 3.0 存證與治理：區塊鏈內容存證確保時間戳記不可篡改，DAO 社群共治平台規範。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貢獻激勵代幣化：提供觀點、參與查核可獲聲譽代幣 (VoiceToken)，建構信任經濟。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B2B 企業方案：提供媒體API整合、教育機構SaaS、專題深度數據報告 (訂閱制)。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B2C 個人方案：基礎免費，專業版 (Pro) 訂閱提供深度分析與自訂提醒。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FF"/>
                </a:solidFill>
              </a:rPr>
              <a:t>4. 市場定位與競爭優勢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>
                <a:solidFill>
                  <a:srgbClr val="FFFFFF"/>
                </a:solidFill>
              </a:rPr>
              <a:t>灘頭堡市場：大學媒體素養教育與新聞系所 (需求明確、利於擴散)。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藍海優勢：超越傳統新聞 (單一視角) 與查核平台 (只問真假)，我們提供「多重觀點 + 時間脈絡」。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量化價值 (QVP)：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幫助專業用戶縮短 90% 輿情整理時間。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幫助一般讀者在 3 分鐘內掌握事件全貌，假新聞誤信率降 45%。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FF"/>
                </a:solidFill>
              </a:rPr>
              <a:t>5. 產品發展路線圖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>
                <a:solidFill>
                  <a:srgbClr val="FFFFFF"/>
                </a:solidFill>
              </a:rPr>
              <a:t>階段一 (1-3個月)：概念驗證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完成 MVP (核心時間軸與 AI 觀點分析)，取得首批 1000 活躍用戶。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階段二 (4-6個月)：市場驗證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啟動媒體/教育試點，新增社群觀點補充與互動功能。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階段三 (7-12個月)：產品優化與 Web 3.0 導入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上線假新聞查核模組、Web 3.0 區塊鏈存證，並推出付費訂閱系統。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tech_media_bg_17908182567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FFFF"/>
                </a:solidFill>
              </a:rPr>
              <a:t>6. 結語與號召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>
                <a:solidFill>
                  <a:srgbClr val="FFFFFF"/>
                </a:solidFill>
              </a:rPr>
              <a:t>核心使命：讓每個事件的真相更透明，建立可信任、多維度的新聞生態。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下一步行動：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尋求種子輪投資。</a:t>
            </a:r>
          </a:p>
          <a:p>
            <a:pPr lvl="1"/>
            <a:r>
              <a:rPr sz="2400" b="0">
                <a:solidFill>
                  <a:srgbClr val="FFFFFF"/>
                </a:solidFill>
              </a:rPr>
              <a:t>招募首批 10 家合作媒體與大學教育機構進行試點導入。</a:t>
            </a:r>
          </a:p>
          <a:p>
            <a:pPr/>
            <a:r>
              <a:rPr sz="2400" b="0">
                <a:solidFill>
                  <a:srgbClr val="FFFFFF"/>
                </a:solidFill>
              </a:rPr>
              <a:t>聯絡我們：張韶元 | 讓我們一起重塑新聞的未來。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